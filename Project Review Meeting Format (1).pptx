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6/12/2026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r>
              <a:rPr lang="en-US" sz="1800" b="0" dirty="0">
                <a:solidFill>
                  <a:schemeClr val="tx1"/>
                </a:solidFill>
                <a:latin typeface="Times New Roman" pitchFamily="18" charset="0"/>
                <a:cs typeface="Times New Roman" pitchFamily="18" charset="0"/>
              </a:rPr>
              <a:t/>
            </a: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r>
              <a:rPr lang="en-US" sz="1800" b="0" dirty="0">
                <a:solidFill>
                  <a:schemeClr val="tx1"/>
                </a:solidFill>
                <a:latin typeface="Times New Roman" pitchFamily="18" charset="0"/>
                <a:cs typeface="Times New Roman" pitchFamily="18" charset="0"/>
              </a:rPr>
              <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Project Title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t>
            </a:r>
            <a:r>
              <a:rPr lang="en-US" sz="3300" dirty="0" smtClean="0">
                <a:solidFill>
                  <a:srgbClr val="0D0D0D"/>
                </a:solidFill>
                <a:latin typeface="Times New Roman" pitchFamily="18" charset="0"/>
                <a:cs typeface="Times New Roman" pitchFamily="18" charset="0"/>
              </a:rPr>
              <a:t>= Hitesh Suthar                        </a:t>
            </a:r>
            <a:r>
              <a:rPr lang="en-US" sz="3300" dirty="0">
                <a:solidFill>
                  <a:srgbClr val="0D0D0D"/>
                </a:solidFill>
                <a:latin typeface="Times New Roman" pitchFamily="18" charset="0"/>
                <a:cs typeface="Times New Roman" pitchFamily="18" charset="0"/>
              </a:rPr>
              <a:t>roll </a:t>
            </a:r>
            <a:r>
              <a:rPr lang="en-US" sz="3300" dirty="0" smtClean="0">
                <a:solidFill>
                  <a:srgbClr val="0D0D0D"/>
                </a:solidFill>
                <a:latin typeface="Times New Roman" pitchFamily="18" charset="0"/>
                <a:cs typeface="Times New Roman" pitchFamily="18" charset="0"/>
              </a:rPr>
              <a:t>no. = 2520090078</a:t>
            </a: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t>
            </a:r>
            <a:r>
              <a:rPr lang="en-US" sz="3300" dirty="0" smtClean="0">
                <a:solidFill>
                  <a:srgbClr val="0D0D0D"/>
                </a:solidFill>
                <a:latin typeface="Times New Roman" pitchFamily="18" charset="0"/>
                <a:cs typeface="Times New Roman" pitchFamily="18" charset="0"/>
              </a:rPr>
              <a:t>= Chandra Prakash </a:t>
            </a:r>
            <a:r>
              <a:rPr lang="en-US" sz="3300" dirty="0" err="1" smtClean="0">
                <a:solidFill>
                  <a:srgbClr val="0D0D0D"/>
                </a:solidFill>
                <a:latin typeface="Times New Roman" pitchFamily="18" charset="0"/>
                <a:cs typeface="Times New Roman" pitchFamily="18" charset="0"/>
              </a:rPr>
              <a:t>Verma</a:t>
            </a:r>
            <a:r>
              <a:rPr lang="en-US" sz="3300" dirty="0" smtClean="0">
                <a:solidFill>
                  <a:srgbClr val="0D0D0D"/>
                </a:solidFill>
                <a:latin typeface="Times New Roman" pitchFamily="18" charset="0"/>
                <a:cs typeface="Times New Roman" pitchFamily="18" charset="0"/>
              </a:rPr>
              <a:t>                        </a:t>
            </a:r>
            <a:r>
              <a:rPr lang="en-US" sz="3300" dirty="0">
                <a:solidFill>
                  <a:srgbClr val="0D0D0D"/>
                </a:solidFill>
                <a:latin typeface="Times New Roman" pitchFamily="18" charset="0"/>
                <a:cs typeface="Times New Roman" pitchFamily="18" charset="0"/>
              </a:rPr>
              <a:t>roll </a:t>
            </a:r>
            <a:r>
              <a:rPr lang="en-US" sz="3300" dirty="0" smtClean="0">
                <a:solidFill>
                  <a:srgbClr val="0D0D0D"/>
                </a:solidFill>
                <a:latin typeface="Times New Roman" pitchFamily="18" charset="0"/>
                <a:cs typeface="Times New Roman" pitchFamily="18" charset="0"/>
              </a:rPr>
              <a:t>no.=2500031353</a:t>
            </a:r>
            <a:endParaRPr lang="en-US" sz="3300" dirty="0">
              <a:solidFill>
                <a:srgbClr val="0D0D0D"/>
              </a:solidFill>
              <a:latin typeface="Times New Roman" pitchFamily="18" charset="0"/>
              <a:cs typeface="Times New Roman" pitchFamily="18" charset="0"/>
            </a:endParaRP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a:t>
            </a:r>
            <a:r>
              <a:rPr lang="en-US" sz="3600" b="1" dirty="0" smtClean="0">
                <a:solidFill>
                  <a:srgbClr val="00B0F0"/>
                </a:solidFill>
                <a:latin typeface="Times New Roman" pitchFamily="18" charset="0"/>
                <a:cs typeface="Times New Roman" pitchFamily="18" charset="0"/>
              </a:rPr>
              <a:t>16</a:t>
            </a:r>
            <a:endParaRPr lang="en-US" sz="3600" b="1" dirty="0">
              <a:solidFill>
                <a:srgbClr val="00B0F0"/>
              </a:solidFill>
              <a:latin typeface="Times New Roman" pitchFamily="18" charset="0"/>
              <a:cs typeface="Times New Roman" pitchFamily="18" charset="0"/>
            </a:endParaRP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endParaRPr lang="en-GB" sz="3300" b="1" i="1" dirty="0" smtClean="0">
              <a:solidFill>
                <a:srgbClr val="FF0000"/>
              </a:solidFill>
              <a:effectLst/>
              <a:latin typeface="Times New Roman" panose="02020603050405020304" pitchFamily="18" charset="0"/>
              <a:ea typeface="Times New Roman" panose="02020603050405020304" pitchFamily="18" charset="0"/>
            </a:endParaRPr>
          </a:p>
          <a:p>
            <a:pPr marR="0" algn="ctr" eaLnBrk="1" hangingPunct="1">
              <a:lnSpc>
                <a:spcPct val="80000"/>
              </a:lnSpc>
              <a:defRPr/>
            </a:pPr>
            <a:endParaRPr lang="en-GB" sz="3500" b="1" i="1" dirty="0">
              <a:solidFill>
                <a:srgbClr val="FF0000"/>
              </a:solidFill>
              <a:effectLst/>
              <a:latin typeface="Times New Roman" panose="02020603050405020304" pitchFamily="18" charset="0"/>
              <a:ea typeface="Times New Roman" panose="02020603050405020304" pitchFamily="18" charset="0"/>
            </a:endParaRPr>
          </a:p>
          <a:p>
            <a:pPr marR="0" algn="ctr" eaLnBrk="1" hangingPunct="1">
              <a:lnSpc>
                <a:spcPct val="80000"/>
              </a:lnSpc>
              <a:defRPr/>
            </a:pPr>
            <a:r>
              <a:rPr lang="en-US" sz="3500" dirty="0" smtClean="0">
                <a:solidFill>
                  <a:srgbClr val="0D0D0D"/>
                </a:solidFill>
                <a:latin typeface="Times New Roman" pitchFamily="18" charset="0"/>
                <a:cs typeface="Times New Roman" pitchFamily="18" charset="0"/>
              </a:rPr>
              <a:t>Dr. </a:t>
            </a:r>
            <a:r>
              <a:rPr lang="en-US" sz="3500" dirty="0" err="1" smtClean="0">
                <a:solidFill>
                  <a:srgbClr val="0D0D0D"/>
                </a:solidFill>
                <a:latin typeface="Times New Roman" pitchFamily="18" charset="0"/>
                <a:cs typeface="Times New Roman" pitchFamily="18" charset="0"/>
              </a:rPr>
              <a:t>Nirmalajyothi</a:t>
            </a:r>
            <a:r>
              <a:rPr lang="en-US" sz="3500" dirty="0" smtClean="0">
                <a:solidFill>
                  <a:srgbClr val="0D0D0D"/>
                </a:solidFill>
                <a:latin typeface="Times New Roman" pitchFamily="18" charset="0"/>
                <a:cs typeface="Times New Roman" pitchFamily="18" charset="0"/>
              </a:rPr>
              <a:t> </a:t>
            </a:r>
            <a:r>
              <a:rPr lang="en-US" sz="3500" dirty="0" err="1" smtClean="0">
                <a:solidFill>
                  <a:srgbClr val="0D0D0D"/>
                </a:solidFill>
                <a:latin typeface="Times New Roman" pitchFamily="18" charset="0"/>
                <a:cs typeface="Times New Roman" pitchFamily="18" charset="0"/>
              </a:rPr>
              <a:t>Narisetty</a:t>
            </a:r>
            <a:endParaRPr lang="en-US" sz="3500" dirty="0" smtClean="0">
              <a:solidFill>
                <a:srgbClr val="0D0D0D"/>
              </a:solidFill>
              <a:latin typeface="Times New Roman" pitchFamily="18" charset="0"/>
              <a:cs typeface="Times New Roman" pitchFamily="18" charset="0"/>
            </a:endParaRPr>
          </a:p>
          <a:p>
            <a:pPr marR="0" algn="ctr" eaLnBrk="1" hangingPunct="1">
              <a:lnSpc>
                <a:spcPct val="80000"/>
              </a:lnSpc>
              <a:defRPr/>
            </a:pPr>
            <a:endParaRPr lang="en-US" sz="34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The Secure Fund Transfer System is a web application used for online money transfer. It allows users to register, log in, add beneficiaries, transfer money, and view transaction history. The system also provides an admin panel to monitor users and transactions. The main goal of this project is to provide a secure and easy way to perform online fund transfers.</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
        <p:nvSpPr>
          <p:cNvPr id="6" name="Rectangle 2"/>
          <p:cNvSpPr>
            <a:spLocks noGrp="1" noChangeArrowheads="1"/>
          </p:cNvSpPr>
          <p:nvPr>
            <p:ph idx="1"/>
          </p:nvPr>
        </p:nvSpPr>
        <p:spPr bwMode="auto">
          <a:xfrm>
            <a:off x="228600" y="1219200"/>
            <a:ext cx="8686800" cy="293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Online banking is becoming popular. </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People need quick and secure money transfer services. </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Manual banking processes take more time. </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Our project provides a simple and secure digital banking solution.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r>
              <a:rPr lang="en-US" b="1" dirty="0">
                <a:solidFill>
                  <a:srgbClr val="0070C0"/>
                </a:solidFill>
                <a:latin typeface="Times New Roman" pitchFamily="18" charset="0"/>
                <a:cs typeface="Times New Roman" pitchFamily="18" charset="0"/>
              </a:rPr>
              <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
        <p:nvSpPr>
          <p:cNvPr id="4" name="Rectangle 1"/>
          <p:cNvSpPr>
            <a:spLocks noGrp="1" noChangeArrowheads="1"/>
          </p:cNvSpPr>
          <p:nvPr>
            <p:ph idx="1"/>
          </p:nvPr>
        </p:nvSpPr>
        <p:spPr bwMode="auto">
          <a:xfrm>
            <a:off x="433873" y="1219200"/>
            <a:ext cx="8711039" cy="293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Traditional banking processes are time-consuming.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need a secure way to transfer money online.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Managing transaction records manually is difficult.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Existing systems may not provide proper tracking and notifications. </a:t>
            </a:r>
          </a:p>
        </p:txBody>
      </p:sp>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a:xfrm>
            <a:off x="457200" y="1417638"/>
            <a:ext cx="8229600" cy="4525963"/>
          </a:xfrm>
        </p:spPr>
        <p:txBody>
          <a:bodyPr>
            <a:normAutofit fontScale="70000" lnSpcReduction="20000"/>
          </a:bodyPr>
          <a:lstStyle/>
          <a:p>
            <a:pPr marL="0" indent="0" algn="ctr">
              <a:buNone/>
            </a:pPr>
            <a:r>
              <a:rPr lang="en-US" dirty="0"/>
              <a:t>User Login</a:t>
            </a:r>
          </a:p>
          <a:p>
            <a:pPr marL="0" indent="0" algn="ctr">
              <a:buNone/>
            </a:pPr>
            <a:r>
              <a:rPr lang="en-US" dirty="0"/>
              <a:t>  </a:t>
            </a:r>
            <a:r>
              <a:rPr lang="en-US" dirty="0" smtClean="0"/>
              <a:t>↓</a:t>
            </a:r>
            <a:endParaRPr lang="en-US" dirty="0"/>
          </a:p>
          <a:p>
            <a:pPr marL="0" indent="0" algn="ctr">
              <a:buNone/>
            </a:pPr>
            <a:r>
              <a:rPr lang="en-US" dirty="0"/>
              <a:t> Dashboard</a:t>
            </a:r>
          </a:p>
          <a:p>
            <a:pPr marL="0" indent="0" algn="ctr">
              <a:buNone/>
            </a:pPr>
            <a:r>
              <a:rPr lang="en-US" dirty="0"/>
              <a:t>  </a:t>
            </a:r>
            <a:r>
              <a:rPr lang="en-US" dirty="0" smtClean="0"/>
              <a:t>↓</a:t>
            </a:r>
            <a:endParaRPr lang="en-US" dirty="0"/>
          </a:p>
          <a:p>
            <a:pPr marL="0" indent="0" algn="ctr">
              <a:buNone/>
            </a:pPr>
            <a:r>
              <a:rPr lang="en-US" dirty="0"/>
              <a:t>Add Beneficiary</a:t>
            </a:r>
          </a:p>
          <a:p>
            <a:pPr marL="0" indent="0" algn="ctr">
              <a:buNone/>
            </a:pPr>
            <a:r>
              <a:rPr lang="en-US" dirty="0"/>
              <a:t>  </a:t>
            </a:r>
            <a:r>
              <a:rPr lang="en-US" dirty="0" smtClean="0"/>
              <a:t>↓</a:t>
            </a:r>
            <a:endParaRPr lang="en-US" dirty="0"/>
          </a:p>
          <a:p>
            <a:pPr marL="0" indent="0" algn="ctr">
              <a:buNone/>
            </a:pPr>
            <a:r>
              <a:rPr lang="en-US" dirty="0"/>
              <a:t>Transfer Money</a:t>
            </a:r>
          </a:p>
          <a:p>
            <a:pPr marL="0" indent="0" algn="ctr">
              <a:buNone/>
            </a:pPr>
            <a:r>
              <a:rPr lang="en-US" dirty="0"/>
              <a:t>  </a:t>
            </a:r>
            <a:r>
              <a:rPr lang="en-US" dirty="0" smtClean="0"/>
              <a:t>↓</a:t>
            </a:r>
            <a:endParaRPr lang="en-US" dirty="0"/>
          </a:p>
          <a:p>
            <a:pPr marL="0" indent="0" algn="ctr">
              <a:buNone/>
            </a:pPr>
            <a:r>
              <a:rPr lang="en-US" dirty="0"/>
              <a:t>Transaction </a:t>
            </a:r>
            <a:r>
              <a:rPr lang="en-US" dirty="0" smtClean="0"/>
              <a:t>Success</a:t>
            </a:r>
          </a:p>
          <a:p>
            <a:pPr marL="0" indent="0" algn="ctr">
              <a:buNone/>
            </a:pPr>
            <a:r>
              <a:rPr lang="en-US" dirty="0" smtClean="0"/>
              <a:t>  </a:t>
            </a:r>
            <a:r>
              <a:rPr lang="en-US" dirty="0"/>
              <a:t>↓</a:t>
            </a:r>
          </a:p>
          <a:p>
            <a:pPr marL="0" indent="0" algn="ctr">
              <a:buNone/>
            </a:pPr>
            <a:r>
              <a:rPr lang="en-US" dirty="0"/>
              <a:t>Transaction History</a:t>
            </a:r>
          </a:p>
          <a:p>
            <a:pPr marL="0" indent="0" algn="ctr">
              <a:buNone/>
            </a:pPr>
            <a:r>
              <a:rPr lang="en-US" dirty="0"/>
              <a:t>  </a:t>
            </a:r>
            <a:r>
              <a:rPr lang="en-US" dirty="0" smtClean="0"/>
              <a:t>↓</a:t>
            </a:r>
            <a:endParaRPr lang="en-US" dirty="0"/>
          </a:p>
          <a:p>
            <a:pPr marL="0" indent="0" algn="ctr">
              <a:buNone/>
            </a:pPr>
            <a:r>
              <a:rPr lang="en-US" dirty="0"/>
              <a:t>Notifications</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r>
              <a:rPr lang="en-US" b="1" dirty="0">
                <a:solidFill>
                  <a:srgbClr val="0070C0"/>
                </a:solidFill>
                <a:latin typeface="Times New Roman" pitchFamily="18" charset="0"/>
                <a:cs typeface="Times New Roman" pitchFamily="18" charset="0"/>
              </a:rPr>
              <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a:bodyPr>
          <a:lstStyle/>
          <a:p>
            <a:r>
              <a:rPr lang="en-US" sz="2400" b="1" dirty="0">
                <a:latin typeface="Times New Roman" panose="02020603050405020304" pitchFamily="18" charset="0"/>
                <a:cs typeface="Times New Roman" panose="02020603050405020304" pitchFamily="18" charset="0"/>
              </a:rPr>
              <a:t>Objective</a:t>
            </a:r>
          </a:p>
          <a:p>
            <a:pPr marL="0" indent="0">
              <a:buNone/>
            </a:pPr>
            <a:r>
              <a:rPr lang="en-US" sz="2400" dirty="0">
                <a:latin typeface="Times New Roman" panose="02020603050405020304" pitchFamily="18" charset="0"/>
                <a:cs typeface="Times New Roman" panose="02020603050405020304" pitchFamily="18" charset="0"/>
              </a:rPr>
              <a:t>The objective of this project is to develop a secure and user-friendly Fund Transfer System that allows users to transfer money online, manage beneficiaries, and track transactions efficiently. </a:t>
            </a:r>
          </a:p>
          <a:p>
            <a:r>
              <a:rPr lang="en-US" sz="2400" b="1" dirty="0">
                <a:latin typeface="Times New Roman" panose="02020603050405020304" pitchFamily="18" charset="0"/>
                <a:cs typeface="Times New Roman" panose="02020603050405020304" pitchFamily="18" charset="0"/>
              </a:rPr>
              <a:t>Justification</a:t>
            </a:r>
          </a:p>
          <a:p>
            <a:pPr marL="0" indent="0">
              <a:buNone/>
            </a:pPr>
            <a:r>
              <a:rPr lang="en-US" sz="2400" dirty="0">
                <a:latin typeface="Times New Roman" panose="02020603050405020304" pitchFamily="18" charset="0"/>
                <a:cs typeface="Times New Roman" panose="02020603050405020304" pitchFamily="18" charset="0"/>
              </a:rPr>
              <a:t>This project is needed to simplify banking operations by providing a fast, secure, and convenient platform for online fund transfers, reducing the time and effort required in traditional banking methods.</a:t>
            </a:r>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524000"/>
            <a:ext cx="3657600" cy="4525963"/>
          </a:xfrm>
        </p:spPr>
        <p:txBody>
          <a:bodyPr>
            <a:normAutofit fontScale="70000" lnSpcReduction="20000"/>
          </a:bodyPr>
          <a:lstStyle/>
          <a:p>
            <a:pPr marL="0" indent="0">
              <a:buNone/>
            </a:pPr>
            <a:r>
              <a:rPr lang="en-IN" sz="3400" b="1" dirty="0">
                <a:latin typeface="Times New Roman" panose="02020603050405020304" pitchFamily="18" charset="0"/>
                <a:cs typeface="Times New Roman" panose="02020603050405020304" pitchFamily="18" charset="0"/>
              </a:rPr>
              <a:t>User Module</a:t>
            </a:r>
          </a:p>
          <a:p>
            <a:r>
              <a:rPr lang="en-IN" sz="3400" dirty="0">
                <a:latin typeface="Times New Roman" panose="02020603050405020304" pitchFamily="18" charset="0"/>
                <a:cs typeface="Times New Roman" panose="02020603050405020304" pitchFamily="18" charset="0"/>
              </a:rPr>
              <a:t>Registration </a:t>
            </a:r>
          </a:p>
          <a:p>
            <a:r>
              <a:rPr lang="en-IN" sz="3400" dirty="0">
                <a:latin typeface="Times New Roman" panose="02020603050405020304" pitchFamily="18" charset="0"/>
                <a:cs typeface="Times New Roman" panose="02020603050405020304" pitchFamily="18" charset="0"/>
              </a:rPr>
              <a:t>Login </a:t>
            </a:r>
          </a:p>
          <a:p>
            <a:r>
              <a:rPr lang="en-IN" sz="3400" dirty="0">
                <a:latin typeface="Times New Roman" panose="02020603050405020304" pitchFamily="18" charset="0"/>
                <a:cs typeface="Times New Roman" panose="02020603050405020304" pitchFamily="18" charset="0"/>
              </a:rPr>
              <a:t>Profile Management </a:t>
            </a:r>
          </a:p>
          <a:p>
            <a:pPr marL="0" indent="0">
              <a:buNone/>
            </a:pPr>
            <a:r>
              <a:rPr lang="en-IN" sz="3400" b="1" dirty="0">
                <a:latin typeface="Times New Roman" panose="02020603050405020304" pitchFamily="18" charset="0"/>
                <a:cs typeface="Times New Roman" panose="02020603050405020304" pitchFamily="18" charset="0"/>
              </a:rPr>
              <a:t>Transfer Module</a:t>
            </a:r>
          </a:p>
          <a:p>
            <a:r>
              <a:rPr lang="en-IN" sz="3400" dirty="0">
                <a:latin typeface="Times New Roman" panose="02020603050405020304" pitchFamily="18" charset="0"/>
                <a:cs typeface="Times New Roman" panose="02020603050405020304" pitchFamily="18" charset="0"/>
              </a:rPr>
              <a:t>Add Beneficiary </a:t>
            </a:r>
          </a:p>
          <a:p>
            <a:r>
              <a:rPr lang="en-IN" sz="3400" dirty="0">
                <a:latin typeface="Times New Roman" panose="02020603050405020304" pitchFamily="18" charset="0"/>
                <a:cs typeface="Times New Roman" panose="02020603050405020304" pitchFamily="18" charset="0"/>
              </a:rPr>
              <a:t>Transfer Funds </a:t>
            </a:r>
          </a:p>
          <a:p>
            <a:pPr marL="0" indent="0">
              <a:buNone/>
            </a:pPr>
            <a:r>
              <a:rPr lang="en-IN" sz="3400" b="1" dirty="0">
                <a:latin typeface="Times New Roman" panose="02020603050405020304" pitchFamily="18" charset="0"/>
                <a:cs typeface="Times New Roman" panose="02020603050405020304" pitchFamily="18" charset="0"/>
              </a:rPr>
              <a:t>Transaction Module</a:t>
            </a:r>
          </a:p>
          <a:p>
            <a:r>
              <a:rPr lang="en-IN" sz="3400" dirty="0">
                <a:latin typeface="Times New Roman" panose="02020603050405020304" pitchFamily="18" charset="0"/>
                <a:cs typeface="Times New Roman" panose="02020603050405020304" pitchFamily="18" charset="0"/>
              </a:rPr>
              <a:t>View Transaction History </a:t>
            </a:r>
          </a:p>
          <a:p>
            <a:pPr marL="0" indent="0">
              <a:buNone/>
            </a:pPr>
            <a:r>
              <a:rPr lang="en-IN" sz="3400" b="1" dirty="0">
                <a:latin typeface="Times New Roman" panose="02020603050405020304" pitchFamily="18" charset="0"/>
                <a:cs typeface="Times New Roman" panose="02020603050405020304" pitchFamily="18" charset="0"/>
              </a:rPr>
              <a:t>Admin Module</a:t>
            </a:r>
          </a:p>
          <a:p>
            <a:r>
              <a:rPr lang="en-IN" sz="3400" dirty="0">
                <a:latin typeface="Times New Roman" panose="02020603050405020304" pitchFamily="18" charset="0"/>
                <a:cs typeface="Times New Roman" panose="02020603050405020304" pitchFamily="18" charset="0"/>
              </a:rPr>
              <a:t>Manage Users </a:t>
            </a:r>
          </a:p>
          <a:p>
            <a:r>
              <a:rPr lang="en-IN" sz="3400" dirty="0">
                <a:latin typeface="Times New Roman" panose="02020603050405020304" pitchFamily="18" charset="0"/>
                <a:cs typeface="Times New Roman" panose="02020603050405020304" pitchFamily="18" charset="0"/>
              </a:rPr>
              <a:t>Monitor Transactions</a:t>
            </a:r>
          </a:p>
          <a:p>
            <a:endParaRPr lang="en-US" dirty="0"/>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3" name="Rectangle 2"/>
          <p:cNvSpPr/>
          <p:nvPr/>
        </p:nvSpPr>
        <p:spPr>
          <a:xfrm>
            <a:off x="5334000" y="1404873"/>
            <a:ext cx="3505200" cy="4524315"/>
          </a:xfrm>
          <a:prstGeom prst="rect">
            <a:avLst/>
          </a:prstGeom>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Frontend Pages</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Login Page </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Dashboard Page </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Profile Page </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Beneficiary Page </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Transfer Page </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Transaction History Page </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Admin Dashboard</a:t>
            </a:r>
          </a:p>
        </p:txBody>
      </p:sp>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r>
              <a:rPr lang="en-US" b="1" dirty="0">
                <a:solidFill>
                  <a:srgbClr val="0070C0"/>
                </a:solidFill>
                <a:latin typeface="Times New Roman" pitchFamily="18" charset="0"/>
                <a:cs typeface="Times New Roman" pitchFamily="18" charset="0"/>
              </a:rPr>
              <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
        <p:nvSpPr>
          <p:cNvPr id="3" name="Rectangle 1"/>
          <p:cNvSpPr>
            <a:spLocks noGrp="1" noChangeArrowheads="1"/>
          </p:cNvSpPr>
          <p:nvPr>
            <p:ph idx="1"/>
          </p:nvPr>
        </p:nvSpPr>
        <p:spPr bwMode="auto">
          <a:xfrm>
            <a:off x="609600" y="1225234"/>
            <a:ext cx="414889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Secure money transfer.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Easy beneficiary management.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Accurate transaction records.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Better user experience.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Faster banking operations. </a:t>
            </a:r>
          </a:p>
        </p:txBody>
      </p:sp>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273675"/>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Conclusion</a:t>
            </a:r>
          </a:p>
          <a:p>
            <a:pPr algn="just"/>
            <a:r>
              <a:rPr lang="en-US" sz="2600" dirty="0">
                <a:latin typeface="Times New Roman" panose="02020603050405020304" pitchFamily="18" charset="0"/>
                <a:cs typeface="Times New Roman" panose="02020603050405020304" pitchFamily="18" charset="0"/>
              </a:rPr>
              <a:t>The Secure Fund Transfer System provides a safe and efficient way to perform online money transfers. It simplifies banking operations and improves user convenience.</a:t>
            </a:r>
          </a:p>
          <a:p>
            <a:pPr marL="0" indent="0">
              <a:buNone/>
            </a:pPr>
            <a:r>
              <a:rPr lang="en-US" sz="2600" b="1" dirty="0">
                <a:latin typeface="Times New Roman" panose="02020603050405020304" pitchFamily="18" charset="0"/>
                <a:cs typeface="Times New Roman" panose="02020603050405020304" pitchFamily="18" charset="0"/>
              </a:rPr>
              <a:t>Future Scope</a:t>
            </a:r>
          </a:p>
          <a:p>
            <a:r>
              <a:rPr lang="en-US" sz="2600" dirty="0">
                <a:latin typeface="Times New Roman" panose="02020603050405020304" pitchFamily="18" charset="0"/>
                <a:cs typeface="Times New Roman" panose="02020603050405020304" pitchFamily="18" charset="0"/>
              </a:rPr>
              <a:t>Mobile Application </a:t>
            </a:r>
          </a:p>
          <a:p>
            <a:r>
              <a:rPr lang="en-US" sz="2600" dirty="0">
                <a:latin typeface="Times New Roman" panose="02020603050405020304" pitchFamily="18" charset="0"/>
                <a:cs typeface="Times New Roman" panose="02020603050405020304" pitchFamily="18" charset="0"/>
              </a:rPr>
              <a:t>UPI Integration </a:t>
            </a:r>
          </a:p>
          <a:p>
            <a:r>
              <a:rPr lang="en-US" sz="2600" dirty="0">
                <a:latin typeface="Times New Roman" panose="02020603050405020304" pitchFamily="18" charset="0"/>
                <a:cs typeface="Times New Roman" panose="02020603050405020304" pitchFamily="18" charset="0"/>
              </a:rPr>
              <a:t>QR Code Payments </a:t>
            </a:r>
          </a:p>
          <a:p>
            <a:r>
              <a:rPr lang="en-US" sz="2600" dirty="0">
                <a:latin typeface="Times New Roman" panose="02020603050405020304" pitchFamily="18" charset="0"/>
                <a:cs typeface="Times New Roman" panose="02020603050405020304" pitchFamily="18" charset="0"/>
              </a:rPr>
              <a:t>AI-based Fraud Detection </a:t>
            </a:r>
          </a:p>
          <a:p>
            <a:r>
              <a:rPr lang="en-US" sz="2600" dirty="0">
                <a:latin typeface="Times New Roman" panose="02020603050405020304" pitchFamily="18" charset="0"/>
                <a:cs typeface="Times New Roman" panose="02020603050405020304" pitchFamily="18" charset="0"/>
              </a:rPr>
              <a:t>Multi-bank Support</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
        <p:nvSpPr>
          <p:cNvPr id="3" name="Rectangle 1"/>
          <p:cNvSpPr>
            <a:spLocks noGrp="1" noChangeArrowheads="1"/>
          </p:cNvSpPr>
          <p:nvPr>
            <p:ph idx="1"/>
          </p:nvPr>
        </p:nvSpPr>
        <p:spPr bwMode="auto">
          <a:xfrm>
            <a:off x="685800" y="1456066"/>
            <a:ext cx="365837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React.js Documentation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Node.js Documentation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Express.js Documentation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MongoDB Documentation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1857</TotalTime>
  <Words>434</Words>
  <Application>Microsoft Office PowerPoint</Application>
  <PresentationFormat>On-screen Show (4:3)</PresentationFormat>
  <Paragraphs>104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Review Meeting    on  Project Title </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Lenovo</cp:lastModifiedBy>
  <cp:revision>203</cp:revision>
  <dcterms:created xsi:type="dcterms:W3CDTF">2006-08-16T00:00:00Z</dcterms:created>
  <dcterms:modified xsi:type="dcterms:W3CDTF">2026-06-12T07:51:41Z</dcterms:modified>
</cp:coreProperties>
</file>